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>
              <a:defRPr sz="1800" b="0">
                <a:solidFill>
                  <a:srgbClr val="F59E0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1800" b="0">
                <a:solidFill>
                  <a:srgbClr val="F59E0B"/>
                </a:solidFill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563880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1"/>
          <p:cNvSpPr txBox="1"/>
          <p:nvPr/>
        </p:nvSpPr>
        <p:spPr>
          <a:xfrm>
            <a:off x="7415400" y="63980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59E0B"/>
                </a:solidFill>
              </a:rPr>
              <a:t>BTS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1E3A5F"/>
                </a:solidFill>
              </a:defRPr>
            </a:lvl1pPr>
          </a:lstStyle>
          <a:p>
            <a:pPr>
              <a:defRPr sz="2800" b="1">
                <a:solidFill>
                  <a:srgbClr val="1E3A5F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 b="0">
                <a:solidFill>
                  <a:srgbClr val="374151"/>
                </a:solidFill>
              </a:defRPr>
            </a:lvl1pPr>
          </a:lstStyle>
          <a:p>
            <a:pPr lvl="0">
              <a:defRPr sz="1800" b="0">
                <a:solidFill>
                  <a:srgbClr val="374151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1417638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1"/>
          <p:cNvSpPr txBox="1"/>
          <p:nvPr/>
        </p:nvSpPr>
        <p:spPr>
          <a:xfrm>
            <a:off x="7415400" y="63980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E3A5F"/>
                </a:solidFill>
              </a:rPr>
              <a:t>BTS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>
              <a:defRPr sz="3400" b="1">
                <a:solidFill>
                  <a:srgbClr val="FFFFFF"/>
                </a:solidFill>
              </a:defRPr>
            </a:lvl1pPr>
          </a:lstStyle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>
              <a:defRPr sz="1800" b="0">
                <a:solidFill>
                  <a:srgbClr val="F59E0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1800" b="0">
                <a:solidFill>
                  <a:srgbClr val="F59E0B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1"/>
          <p:cNvSpPr txBox="1"/>
          <p:nvPr/>
        </p:nvSpPr>
        <p:spPr>
          <a:xfrm>
            <a:off x="7415400" y="63980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59E0B"/>
                </a:solidFill>
              </a:rPr>
              <a:t>BTS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>
                <a:solidFill>
                  <a:srgbClr val="1E3A5F"/>
                </a:solidFill>
              </a:defRPr>
            </a:lvl1pPr>
          </a:lstStyle>
          <a:p>
            <a:pPr>
              <a:defRPr sz="2800" b="1">
                <a:solidFill>
                  <a:srgbClr val="1E3A5F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1"/>
          <p:cNvSpPr/>
          <p:nvPr/>
        </p:nvSpPr>
        <p:spPr>
          <a:xfrm>
            <a:off x="0" y="1417638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"/>
          <p:cNvSpPr txBox="1"/>
          <p:nvPr/>
        </p:nvSpPr>
        <p:spPr>
          <a:xfrm>
            <a:off x="7415400" y="63980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E3A5F"/>
                </a:solidFill>
              </a:rPr>
              <a:t>BTS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